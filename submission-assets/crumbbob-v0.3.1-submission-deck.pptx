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58ef6671a946d6" /><Relationship Type="http://schemas.openxmlformats.org/officeDocument/2006/relationships/extended-properties" Target="/docProps/app.xml" Id="Ra9e87ada70064ab3" /><Relationship Type="http://schemas.openxmlformats.org/officeDocument/2006/relationships/officeDocument" Target="/ppt/presentation.xml" Id="R3e3597f71ef84b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5a92f4ccf24f9b"/>
  </p:sldMasterIdLst>
  <p:notesMasterIdLst>
    <p:notesMasterId xmlns:r="http://schemas.openxmlformats.org/officeDocument/2006/relationships" r:id="R14dcd29be3e843ae"/>
  </p:notesMasterIdLst>
  <p:sldIdLst>
    <p:sldId xmlns:r="http://schemas.openxmlformats.org/officeDocument/2006/relationships" id="256" r:id="R473b98b60e954d62"/>
    <p:sldId xmlns:r="http://schemas.openxmlformats.org/officeDocument/2006/relationships" id="257" r:id="R4ff7ac513b7d4697"/>
    <p:sldId xmlns:r="http://schemas.openxmlformats.org/officeDocument/2006/relationships" id="258" r:id="R78263d5ef8f547f6"/>
    <p:sldId xmlns:r="http://schemas.openxmlformats.org/officeDocument/2006/relationships" id="259" r:id="R71ded9fb40ea45cb"/>
    <p:sldId xmlns:r="http://schemas.openxmlformats.org/officeDocument/2006/relationships" id="260" r:id="R8960d7abf2344daa"/>
    <p:sldId xmlns:r="http://schemas.openxmlformats.org/officeDocument/2006/relationships" id="261" r:id="R87daa99bfd2242ad"/>
    <p:sldId xmlns:r="http://schemas.openxmlformats.org/officeDocument/2006/relationships" id="262" r:id="R23696987f84044b5"/>
    <p:sldId xmlns:r="http://schemas.openxmlformats.org/officeDocument/2006/relationships" id="263" r:id="Re546891638c94a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a92f4ccf24f9b" /><Relationship Type="http://schemas.openxmlformats.org/officeDocument/2006/relationships/theme" Target="/ppt/theme/theme1.xml" Id="R10f3d87f6a86406a" /><Relationship Type="http://schemas.openxmlformats.org/officeDocument/2006/relationships/notesMaster" Target="/ppt/notesMasters/notesMaster1.xml" Id="R14dcd29be3e843ae" /><Relationship Type="http://schemas.openxmlformats.org/officeDocument/2006/relationships/presProps" Target="/ppt/presProps.xml" Id="R69557ff386684492" /><Relationship Type="http://schemas.openxmlformats.org/officeDocument/2006/relationships/viewProps" Target="/ppt/viewProps.xml" Id="R49cd73e9a69a47e8" /><Relationship Type="http://schemas.openxmlformats.org/officeDocument/2006/relationships/tableStyles" Target="/ppt/tableStyles.xml" Id="Rebea16493ca444c5" /><Relationship Type="http://schemas.openxmlformats.org/officeDocument/2006/relationships/slide" Target="/ppt/slides/slide1.xml" Id="R473b98b60e954d62" /><Relationship Type="http://schemas.openxmlformats.org/officeDocument/2006/relationships/slide" Target="/ppt/slides/slide2.xml" Id="R4ff7ac513b7d4697" /><Relationship Type="http://schemas.openxmlformats.org/officeDocument/2006/relationships/slide" Target="/ppt/slides/slide3.xml" Id="R78263d5ef8f547f6" /><Relationship Type="http://schemas.openxmlformats.org/officeDocument/2006/relationships/slide" Target="/ppt/slides/slide4.xml" Id="R71ded9fb40ea45cb" /><Relationship Type="http://schemas.openxmlformats.org/officeDocument/2006/relationships/slide" Target="/ppt/slides/slide5.xml" Id="R8960d7abf2344daa" /><Relationship Type="http://schemas.openxmlformats.org/officeDocument/2006/relationships/slide" Target="/ppt/slides/slide6.xml" Id="R87daa99bfd2242ad" /><Relationship Type="http://schemas.openxmlformats.org/officeDocument/2006/relationships/slide" Target="/ppt/slides/slide7.xml" Id="R23696987f84044b5" /><Relationship Type="http://schemas.openxmlformats.org/officeDocument/2006/relationships/slide" Target="/ppt/slides/slide8.xml" Id="Re546891638c94a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a7ed525080b4c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84a4a5e5ee4b98" /><Relationship Type="http://schemas.openxmlformats.org/officeDocument/2006/relationships/notesMaster" Target="/ppt/notesMasters/notesMaster1.xml" Id="R87b495d7f8c44c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4bdaf3e0ab437e" /><Relationship Type="http://schemas.openxmlformats.org/officeDocument/2006/relationships/notesMaster" Target="/ppt/notesMasters/notesMaster1.xml" Id="R37a937175b8c48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651144a31c4d0f" /><Relationship Type="http://schemas.openxmlformats.org/officeDocument/2006/relationships/notesMaster" Target="/ppt/notesMasters/notesMaster1.xml" Id="Re93b90310ad949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d7fa3c636741cb" /><Relationship Type="http://schemas.openxmlformats.org/officeDocument/2006/relationships/notesMaster" Target="/ppt/notesMasters/notesMaster1.xml" Id="R2e32e0dd380e4b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0b649f83a04599" /><Relationship Type="http://schemas.openxmlformats.org/officeDocument/2006/relationships/notesMaster" Target="/ppt/notesMasters/notesMaster1.xml" Id="R2e42c377846f47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b4fe6598644649" /><Relationship Type="http://schemas.openxmlformats.org/officeDocument/2006/relationships/notesMaster" Target="/ppt/notesMasters/notesMaster1.xml" Id="R8caa1cd66ad34f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1325f156e042f1" /><Relationship Type="http://schemas.openxmlformats.org/officeDocument/2006/relationships/notesMaster" Target="/ppt/notesMasters/notesMaster1.xml" Id="R01df6fdaaadc47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642d8d62984bd9" /><Relationship Type="http://schemas.openxmlformats.org/officeDocument/2006/relationships/notesMaster" Target="/ppt/notesMasters/notesMaster1.xml" Id="Rab05f6d1d1ea40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bfaf46a7574c4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24077fb413f486a" /><Relationship Type="http://schemas.openxmlformats.org/officeDocument/2006/relationships/slideLayout" Target="/ppt/slideLayouts/slideLayout2.xml" Id="R05668f3d0acb43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668f3d0acb43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5456d952424138" /><Relationship Type="http://schemas.openxmlformats.org/officeDocument/2006/relationships/notesSlide" Target="/ppt/notesSlides/notesSlide1.xml" Id="Rc2995aba122341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a99c3cfe484361" /><Relationship Type="http://schemas.openxmlformats.org/officeDocument/2006/relationships/notesSlide" Target="/ppt/notesSlides/notesSlide2.xml" Id="R439618da55c848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594e134d5a441f" /><Relationship Type="http://schemas.openxmlformats.org/officeDocument/2006/relationships/notesSlide" Target="/ppt/notesSlides/notesSlide3.xml" Id="R533d8357e0e445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446d2254e64637" /><Relationship Type="http://schemas.openxmlformats.org/officeDocument/2006/relationships/notesSlide" Target="/ppt/notesSlides/notesSlide4.xml" Id="R12bf14e0ed8447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5c98bba5474046" /><Relationship Type="http://schemas.openxmlformats.org/officeDocument/2006/relationships/notesSlide" Target="/ppt/notesSlides/notesSlide5.xml" Id="R1a622cfe80a0499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591cd783b24cbc" /><Relationship Type="http://schemas.openxmlformats.org/officeDocument/2006/relationships/notesSlide" Target="/ppt/notesSlides/notesSlide6.xml" Id="R3f0712dec4b64e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350763c474448b" /><Relationship Type="http://schemas.openxmlformats.org/officeDocument/2006/relationships/notesSlide" Target="/ppt/notesSlides/notesSlide7.xml" Id="Rf85c23eba5a045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a95be88afe4418" /><Relationship Type="http://schemas.openxmlformats.org/officeDocument/2006/relationships/notesSlide" Target="/ppt/notesSlides/notesSlide8.xml" Id="R096a793750a749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28E033-C597-4809-8E61-58633967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D3A05-6F4C-4A95-B6C1-34F78079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CrumbBob v0.3.1 submission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0DB0B-6395-4D1B-A57D-00596471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581A9-0871-42BE-8064-06E70BD6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55FDE-AF55-4E76-9727-4DE651AA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SUBMISSION 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DBB9B-85B1-4155-A7F2-6E5F00CA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7334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CrumbBob gives IBM Bob a durable memory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4F66F-666C-4466-9AD4-DE870E44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24125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It turns one-time Bob session reports into CRUMB v1.4 packs, proof chains, replay prompts, and queryable team memory.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6FB44-2243-4363-A4F4-85CD2507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857250"/>
            <a:ext cx="3429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CE278-2662-4445-B337-56F49387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2001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A7F3D0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A7F3D0"/>
                </a:solidFill>
                <a:latin typeface="Aptos Display"/>
                <a:ea typeface="Aptos Display"/>
                <a:cs typeface="Aptos Display"/>
              </a:rPr>
              <a:t>290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4F4A2-D380-42BE-B9AC-912DCF33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6573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tests passed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08FD6-AAA2-4440-8598-AB5DE4CB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1990725"/>
            <a:ext cx="271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AD14A-0B21-4831-9178-2503E3C3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336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A7F3D0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A7F3D0"/>
                </a:solidFill>
                <a:latin typeface="Aptos Display"/>
                <a:ea typeface="Aptos Display"/>
                <a:cs typeface="Aptos Display"/>
              </a:rPr>
              <a:t>65.17%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AF976-2475-4076-8703-9FE3E38E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59080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verified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39533-DEAB-444F-B93D-D850A9C0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24175"/>
            <a:ext cx="271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AAC7D-21E0-4236-AA49-3DC5178D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0670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A7F3D0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A7F3D0"/>
                </a:solidFill>
                <a:latin typeface="Aptos Display"/>
                <a:ea typeface="Aptos Display"/>
                <a:cs typeface="Aptos Display"/>
              </a:rPr>
              <a:t>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FA5CD-AE86-4EB7-94AF-FC8E2528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242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pack artifacts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F90F5-8FD6-41DD-9B0A-7DBD051A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857625"/>
            <a:ext cx="271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9EBB2-2D6C-4007-AAC7-BBE21933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005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DE68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DE68A"/>
                </a:solidFill>
                <a:latin typeface="Aptos Display"/>
                <a:ea typeface="Aptos Display"/>
                <a:cs typeface="Aptos Display"/>
              </a:rPr>
              <a:t>SHA-256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A3AA4-92BA-4344-BACC-648662EE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45770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proof chain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D387F8-1E4A-4159-917D-FAD006CC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552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5BB2B1-E32A-4812-83C1-2FB3338F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62650"/>
            <a:ext cx="657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Capture. Compress. Replay. Prove.</a:t>
            </a:r>
          </a:p>
        </p:txBody>
      </p:sp>
    </p:spTree>
    <p:extLst>
      <p:ext uri="{BB962C8B-B14F-4D97-AF65-F5344CB8AC3E}">
        <p14:creationId xmlns:p14="http://schemas.microsoft.com/office/powerpoint/2010/main" val="11744196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05FE1A-2EF0-417F-A1AE-D2E39D5E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E6FFC-1414-4709-AF75-9E6EB514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CrumbBob v0.3.1 submission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20816-FC81-43B9-8C4A-8F2B5D0B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CAC09-7D55-4C01-A45E-431C2FA7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E9219-A442-4065-ABA6-0909301D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B37E8-725C-4E53-B790-5621839F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905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Bob understands the repo during the session. Then the context disappears.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5EC1A-A4EE-4BA5-BCEE-93B962D1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723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handoff problem is not markdown conversion. It is preserving enough structured evidence for the next agent, reviewer, or teammate to continue without rediscovery.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E9108-07EC-40FC-A410-C0ACC057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6C7A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5D594-8155-43CF-A450-4D996407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Bob 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01B37-FD0A-4E38-BA63-FB5FA392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990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Temporary repo understanding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25EEE-B558-4712-B155-7B36FD1C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8862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7E8F2-31AD-4AE2-85A6-E20C0D61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8290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50A3D-B345-4826-A63E-C4A5517B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3850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6C7A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37545-2235-4D66-B578-B402A6E7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86150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Markdown report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B5F60-DA1F-4BA8-8FEB-468567F2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886200"/>
            <a:ext cx="1990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Useful, but loosely structured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82311-8FDC-4A76-B563-2DD77496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BB1D6B-A09A-4018-83BE-D18DB9E2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290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4778EC-AF12-48DE-B22A-AE71AFEE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CAC663-E0AB-4467-B19B-73BF6D4F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86150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2400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92400E"/>
                </a:solidFill>
                <a:latin typeface="Aptos Display"/>
                <a:ea typeface="Aptos Display"/>
                <a:cs typeface="Aptos Display"/>
              </a:rPr>
              <a:t>Context gap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23C4FE-70CA-4BED-8B6E-A19B48CB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1990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Risks, commands, files fade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99F24-9172-4D32-879F-B75F56F8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8862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2EDFC0-6F5F-4514-8768-8697AAF2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829050"/>
            <a:ext cx="95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029526-EAFD-44CB-ADBF-0D2775CF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38500"/>
            <a:ext cx="2333625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6C7A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B90E31-0E33-49D7-B471-1B226495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486150"/>
            <a:ext cx="19907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Next developer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6118CC-D559-4F17-96A6-D3D23CBB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886200"/>
            <a:ext cx="19907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Repeats discovery 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09ABAA-764D-4319-9CA5-C9B6213B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CrumbBob replaces this weak handoff with typed CRUMB files, hashes, extracted counts, and replayable next-session instructions.</a:t>
            </a:r>
          </a:p>
        </p:txBody>
      </p:sp>
    </p:spTree>
    <p:extLst>
      <p:ext uri="{BB962C8B-B14F-4D97-AF65-F5344CB8AC3E}">
        <p14:creationId xmlns:p14="http://schemas.microsoft.com/office/powerpoint/2010/main" val="8132306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8258F4-81D2-4610-B42A-EAC71AFB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A69C2-7ABA-4A65-AF28-43185EFB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CrumbBob v0.3.1 submission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06953-5419-4B9D-8AF8-B53DF815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727EA-72A7-42E3-9344-2FC23A08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1B59F-BA0A-43FD-B247-99FBE660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DA15B-F929-47BF-A3CF-75645E38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81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One report becomes a verifiable intelligence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1CDE2-8765-4822-B108-FB16A7B7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742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product path is intentionally local-first: files, SQLite, CLI, web dashboard, and optional LLM analysis.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87AC8-90F2-4080-A543-A78A5DCF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543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6C7A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81C80-EF0C-4E49-9286-6AAFA9C6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3337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Bob 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D2B30-CCCA-4699-AF81-F9BE32F9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576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Session summary, files, commands, risks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283CC-0EB8-4529-A01B-AC8F686E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76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46798-49E1-456A-AE6A-03ADB4B1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290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753DFA-E913-4D61-AAE5-E4C8BF3D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790950"/>
            <a:ext cx="1543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6C7A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9A603-DB80-4E9C-8735-FDE831D0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9814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Parser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B04FCC-75E3-406D-986D-32BFEDCC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3053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Extracts typed entities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79F89-B583-4CDB-AA4B-3E5C4636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32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B5B50-6031-4F8B-94AA-1112D884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767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11DF85-34CC-4049-8A68-02B28057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1543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6C7A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421E89-56E6-484C-948D-36502EE6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3337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CRUMB pack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3F78E9-833D-4470-87F0-BA22F46B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576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9 generated artifacts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1148A4-1304-446B-B613-07F5B622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76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7B2C4-1AE9-4419-BE7F-07362068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290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2F1F4C-F082-4FE9-93A8-661B0CF3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90950"/>
            <a:ext cx="1543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E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DB8CBB-3AA9-490E-B42F-931EA50F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9814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Proof Chain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0C23AF-F039-4CEC-A08F-733FDBEC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3053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Hashes + counts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98C165-422E-4FC1-84BA-9BB68AA9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243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804F5A-B9F4-4964-8B7B-F2654988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767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1ADDC5-5EBA-4355-AA3B-23C5BCC0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1543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6C7A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D025F1-2C05-4FAB-BAF7-27628F47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Memory 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867B25-B75F-4D07-9AE1-08EC2B52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576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SQLite session history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39C970-388A-4BAF-9001-51B31052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76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1BB6B9-4B46-40F6-9E90-02324447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29025"/>
            <a:ext cx="95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A64E37-4E52-4466-817A-F801F14C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790950"/>
            <a:ext cx="1543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6C7A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7AE9FF-6F32-4A60-8188-294C5020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98145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UI + LLM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E7740C-1C4A-4CD8-A4CF-11ED335F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3053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Dashboard, queries, insights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E1F892-32F0-440B-9B7B-89D5779C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72125"/>
            <a:ext cx="857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Design principle: keep the core useful without cloud services, then add LLM and web experiences as opt-in layers.</a:t>
            </a:r>
          </a:p>
        </p:txBody>
      </p:sp>
    </p:spTree>
    <p:extLst>
      <p:ext uri="{BB962C8B-B14F-4D97-AF65-F5344CB8AC3E}">
        <p14:creationId xmlns:p14="http://schemas.microsoft.com/office/powerpoint/2010/main" val="1935502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314D52-B5F9-46BA-9CB6-8049E4C6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E6D2E1-7600-4DA2-B9D1-618AEF6F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CrumbBob v0.3.1 submission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A6C0F-01D7-4B0D-A065-3384B98E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79D16-3FC6-4A19-96E3-47D36670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0AED3-1EC4-4E61-8637-44BB21B5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PROOF 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A63D1-889E-45A3-AC01-2699D23B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4857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Judge credibility comes from</a:t>
            </a:r>
          </a:p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hashes, counts, and</a:t>
            </a:r>
          </a:p>
          <a:p xmlns:a="http://schemas.openxmlformats.org/drawingml/2006/main"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replayable artifacts.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B0D3F-2B9B-4001-8617-18CDE248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476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Source input, generated output, extracted counts, and replay instructions are tied together.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AFC8C-CBD4-4E1B-BF7F-F4131D58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000125"/>
            <a:ext cx="4000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08_proof_chain.json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source_report.sha256     8f4e...d91a</a:t>
            </a:r>
          </a:p>
          <a:p xmlns:a="http://schemas.openxmlformats.org/drawingml/2006/main">
            <a:pPr algn="l">
              <a:defRPr sz="127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generated_files[9]       sha256 per artifact</a:t>
            </a:r>
          </a:p>
          <a:p xmlns:a="http://schemas.openxmlformats.org/drawingml/2006/main">
            <a:pPr algn="l">
              <a:defRPr sz="127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extracted_counts          files, commands, risks, tasks</a:t>
            </a:r>
          </a:p>
          <a:p xmlns:a="http://schemas.openxmlformats.org/drawingml/2006/main">
            <a:pPr algn="l">
              <a:defRPr sz="127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crumdbob_version          0.3.1</a:t>
            </a:r>
          </a:p>
          <a:p xmlns:a="http://schemas.openxmlformats.org/drawingml/2006/main">
            <a:pPr algn="l">
              <a:defRPr sz="127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replay_prompt             present</a:t>
            </a:r>
          </a:p>
          <a:p xmlns:a="http://schemas.openxmlformats.org/drawingml/2006/main">
            <a:pPr algn="l">
              <a:defRPr sz="1275" b="0">
                <a:solidFill>
                  <a:srgbClr val="D1FAE5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D1FAE5"/>
                </a:solidFill>
                <a:latin typeface="Aptos Mono"/>
                <a:ea typeface="Aptos Mono"/>
                <a:cs typeface="Aptos Mono"/>
              </a:rPr>
              <a:t>pr_summary                present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30577-396A-4978-9F67-3EBDA096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29C81-99E7-4AC0-AD0A-004A1142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4CBE5-B56B-4786-BCE9-D47B9389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Bob report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AA9E7-7A98-48FA-BAB4-8A9AE99F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577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868DB-FEFA-4DAF-8E51-8C54EB8A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0005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B6E1A-A792-40B0-81F4-6481ACBC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2910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Generate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82C32-0501-4086-A03C-E2ABABC7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53390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CRUMB pack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B913D6-DDA3-4F74-BFA4-DC673A2F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577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662C6-374D-4B36-BD2B-7718A2FC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005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E6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D31DF-F336-4566-A8B7-8D59F188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2910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Verify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8970DB-C743-43D7-9BEE-4985EA8C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3390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Hashes current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3B7DC-DAB1-4F7E-9907-84693356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577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42611F-A012-4D4E-9C3D-8431A3F8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000500"/>
            <a:ext cx="914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0FAFD6-3D0A-413E-9BEB-1CB35B98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229100"/>
            <a:ext cx="68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Replay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0A24D-1472-4CD8-93A6-DDB629A5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533900"/>
            <a:ext cx="72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Next agent prompt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168D47-9F92-4363-BE6F-7CA04C71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81500"/>
            <a:ext cx="3810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655EAA-0D4E-4102-8340-3539A53C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48200"/>
            <a:ext cx="3238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Doctor verdict: ready for judge walkthrough</a:t>
            </a:r>
          </a:p>
        </p:txBody>
      </p:sp>
    </p:spTree>
    <p:extLst>
      <p:ext uri="{BB962C8B-B14F-4D97-AF65-F5344CB8AC3E}">
        <p14:creationId xmlns:p14="http://schemas.microsoft.com/office/powerpoint/2010/main" val="16119735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36FD4F-21C4-4BBB-B32A-44EF7128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D24F4-1C5F-4853-8DFD-400B0ED0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CrumbBob v0.3.1 submission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BC1C9-1323-48C3-BADA-44ECDD4B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93D3E-F568-40A5-9CD4-146F7884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F5F1C-3466-44F0-937A-DD12E2B9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COMPOUNDING MEMORY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BF7D5-A5B9-4302-B712-F627B112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Session memory turns isolated Bob reports into team intelligence.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DD6F9-D08F-4FAD-9962-69B08E4B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790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SQLite stores sessions, files, commands, risks, tasks, relationships, insights, and audit events so later queries can use history.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92785-4319-4CE0-822D-9AF3F765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4290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6C7A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DE8BE-E8AD-4674-BE9A-0304D4A3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Memory database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1603C1-5AB9-486C-A8B9-57227C9A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sessions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0BD13-DA87-426A-90FB-82581940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8100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DA3D53-7432-4C64-944A-855F5B52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commands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C8666-6746-4EFE-9894-31A94C76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1148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risks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C803C-1AB8-4A8D-A589-D5E1AFAE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tasks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F2103-3692-40D0-BBAE-2C144F67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19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relationships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19839-7850-486D-B90B-5798C387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475569"/>
                </a:solidFill>
                <a:latin typeface="Aptos Mono"/>
                <a:ea typeface="Aptos Mono"/>
                <a:cs typeface="Aptos Mono"/>
              </a:rPr>
              <a:t>audit_log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74F9A-6462-443E-9B9B-D19A2CBF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905125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662C9-8F84-403C-A870-78A5A13C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09562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Natural queries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F6972C-2F84-4CDA-BF7E-25063255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4194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show me high risks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139D5-AD4E-4B87-9038-B214EF14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43375"/>
            <a:ext cx="904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BDBCCE-2FA8-4D3A-8A01-55791455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623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E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25DF7D-412F-4942-8B21-54E005BB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528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Pattern detection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9DFE85-400D-43EF-B0CB-CD8782DC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766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files and risks repeat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8E9668-7BE5-4F62-A518-4634628E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43375"/>
            <a:ext cx="350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D82D45-1BD0-4F32-ACE4-C1C98381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6672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FC151F-7D46-4D48-AC5D-F6FB5BEE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8577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Predictive help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6ED8D1-AFEE-4EA0-9EBD-2ECE1DE1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816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tests and impact hints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08AB5B-B371-40C5-A194-AC085F64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43375"/>
            <a:ext cx="1095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129C47-A08A-441B-9900-C730558A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387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253C29-31C2-4EC8-B665-BFF04C43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292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LLM analysis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547B7A-9FC9-4FDB-AB64-AB6D156A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530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optional provider layer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1D8783-CA4E-4D08-A4B2-D6DED9B5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43375"/>
            <a:ext cx="379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CE8450-FEAA-483A-91DE-B8D6AAF4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95750"/>
            <a:ext cx="361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924949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101DA4-95A1-4DEF-9576-BB526465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EDF98-9EAC-441D-B626-75D1F9F4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CrumbBob v0.3.1 submission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88277E-2A44-4164-8D32-7F7954D1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CC0B5-D867-4FF8-9D71-EF74F52A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E88E6-3A41-4618-9E66-58BE1B94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DEMO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438E6-03BD-4A84-977B-082F426E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81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judge walkthrough is five commands, not a custom setup.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56CEC-400E-4F70-9A02-63D04CE4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demo uses checked-in example data and produces visible trust signals: validate, doctor, replay, query, and dashboard.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93A23-C1AC-4002-9B02-6F885EA6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64293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  <p:txBody>
          <a:bodyPr xmlns:a="http://schemas.openxmlformats.org/drawingml/2006/main" lIns="171450" tIns="133350" rIns="171450" bIns="1333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$ crumdbob pack examples/compliance-ai --out /tmp/demo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$ crumdbob doctor /tmp/demo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verdict: ready for judge walkthrough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$ crumdbob init-db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$ crumdbob record /tmp/demo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$ crumdbob query natural "show me high risks"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$ crumdbob serve --no-browser</a:t>
            </a:r>
          </a:p>
          <a:p xmlns:a="http://schemas.openxmlformats.org/drawingml/2006/main">
            <a:pPr algn="l">
              <a:defRPr sz="1350" b="0">
                <a:solidFill>
                  <a:srgbClr val="E2E8F0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E2E8F0"/>
                </a:solidFill>
                <a:latin typeface="Aptos Mono"/>
                <a:ea typeface="Aptos Mono"/>
                <a:cs typeface="Aptos Mono"/>
              </a:rPr>
              <a:t>open http://localhost:8000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AE74B-7747-491C-9A94-64B27BC4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432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What judges see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28B84-E34F-4FF2-90D8-9DF3D390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623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87E1C-CB2A-4204-B103-49BA0DAB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766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Valid CRUMB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C7D9C-6110-4F78-B067-EB47BDC6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052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DCB39-AE59-4360-8DE2-25270F19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195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Current proof hashes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F61518-9F6F-43A9-B189-F3E5C5F3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481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83466-1CC0-4741-A34F-D8207069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624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Replay prompt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9D8AB-126B-43BA-BBB1-F5BD6011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910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1BCE56-3B4F-4A19-A94F-3C65702B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053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 summary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EA78D-7B28-406D-B11E-7A3B5C00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33975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034BE-400C-40EE-B2C8-66EDB1FF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482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Dashboard data</a:t>
            </a:r>
          </a:p>
        </p:txBody>
      </p:sp>
    </p:spTree>
    <p:extLst>
      <p:ext uri="{BB962C8B-B14F-4D97-AF65-F5344CB8AC3E}">
        <p14:creationId xmlns:p14="http://schemas.microsoft.com/office/powerpoint/2010/main" val="19253564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2A41DB-3EB9-4032-919F-EFE053AB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20816-6F1A-4B9E-8D7E-57CF61A8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CrumbBob v0.3.1 submission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437F88-97A0-490A-A838-5DE4686AF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64748B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8BED61-54F8-4F94-B21C-CD9E8625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19591-1A16-4CBE-A28E-BA40036D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RELEASE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2E5A9-EE78-4E4C-8ADC-0956BD11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096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v0.3.1 is submission-ready because the gate is measurable.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103C8-900F-4F9B-AD29-C61FD6E1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final pass verified tests, typing, linting, package build, dependency audit, security scan, and example pack health.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B6EE8-B5C0-40EF-BF05-6793E2B9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152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6C7A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EFC99-B658-4080-AC4C-66F8B688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8BC81-5D8A-4BC5-9623-2E0010AE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290 passed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BBCA7-DF30-481B-A9D0-674C0797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43250"/>
            <a:ext cx="2152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6C7A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8B1AF-008E-4C38-B193-8D88D636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337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CE196-6B54-482C-A8B5-F33A6C9D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195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766E"/>
                </a:solidFill>
                <a:latin typeface="Aptos"/>
                <a:ea typeface="Aptos"/>
                <a:cs typeface="Aptos"/>
              </a:rPr>
              <a:t>65.17%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F4ABD-6E47-4AA5-B192-8D414A59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43250"/>
            <a:ext cx="2152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6C7A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3196B-EE4C-46D8-8A27-B86B5A3C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37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Types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563DD-E4BD-4D25-9C16-26E3A671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195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mypy clean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08654-CB07-4531-8DDB-971FC3F3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143250"/>
            <a:ext cx="2152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6C7A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B630D-AC4E-4013-B36A-B486D855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3337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1E7ADF-8F3E-456C-A65C-291BF5ED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6195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Ruff clean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2F99E-21C2-475C-9CA8-8714C67A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152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6C7A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FC019A-9032-4E87-BAE8-9049C8D8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9A3F62-49A3-4203-A98C-8892294F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Bandit clean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199DF6-6BF3-4011-B546-06F59DFB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305300"/>
            <a:ext cx="2152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6C7A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58CDC7-C6D4-48B0-9843-8F859A56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4958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E11068-0BCB-487E-B431-5BD2F22D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7815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pip-audit clean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AF68D9-A690-4216-9633-0A216CFF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05300"/>
            <a:ext cx="2152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A"/>
          </a:solidFill>
          <a:ln xmlns:a="http://schemas.openxmlformats.org/drawingml/2006/main" w="9525">
            <a:solidFill>
              <a:srgbClr val="D6C7A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DBF2BC-1B9E-42C9-9994-FD10FDFE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958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Package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F11A1E-BCE4-46AC-8A2F-1BC11761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815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build + twine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704D5F-1BB7-4DBD-9059-D79F5AFA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305300"/>
            <a:ext cx="21526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6C7A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7FF34E-123B-409A-96B6-21C20F38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958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Demo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F1B77D-B050-41C9-A0F1-B5BA9010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7815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doctor ready</a:t>
            </a:r>
          </a:p>
        </p:txBody>
      </p:sp>
    </p:spTree>
    <p:extLst>
      <p:ext uri="{BB962C8B-B14F-4D97-AF65-F5344CB8AC3E}">
        <p14:creationId xmlns:p14="http://schemas.microsoft.com/office/powerpoint/2010/main" val="9282400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30BAE3-581B-49B2-B247-79E31EDB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D1111-396F-48D2-B45A-D8B12EE8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CrumbBob v0.3.1 submission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54CF5-8A3D-4DBA-9B0C-41D65771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CBD5E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CBD5E1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5D677-7B04-44B9-B827-628A1777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325AB-10E2-4112-8BB3-03F4966A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7F3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7F3D0"/>
                </a:solidFill>
                <a:latin typeface="Aptos"/>
                <a:ea typeface="Aptos"/>
                <a:cs typeface="Aptos"/>
              </a:rPr>
              <a:t>SUBMIT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989E0-AADF-491E-80C0-ECF4F7EA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742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CrumbBob is the missing memory layer around IBM Bob.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4822F-E6D6-4E6A-AC00-D3F803B9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6953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It is useful as a hackathon demo today and credible as an enterprise workflow tomorrow: local-first, verifiable, tested, and easy to inspect.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C09DE-8438-486D-9E92-FA67432F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952500"/>
            <a:ext cx="3429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6A245-C137-425B-BE47-F7F13F69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57300"/>
            <a:ext cx="26193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Final handoff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EE1FB-648F-4083-82DC-F7D69FB1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43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EEF00-1000-42E8-B69E-7999899F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5737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README tells the product 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32971-0E00-4219-A0AD-F62EA289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71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F69C61-370A-463C-91CA-3F031D9F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SUBMISSION.md frames the judging case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13B130-5644-474B-B391-155C9017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00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3438B-9A9D-4596-A964-6C6DF006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1462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CODEX_SUBMISSION_PROMPT.md is ready to reuse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27C09D-CC08-4421-A2AD-EFF08D65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28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28204-0346-4898-BBAB-0AF421BF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Proof Chain shows replayable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A7C143-9793-404B-86AB-6F445EAA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57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EE2DA-4773-49C1-8877-09323853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71875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Demo commands run locally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A82AD2-CE84-417A-8961-DF969B4C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688E51-45A9-47CF-AA97-E53B9ADD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Capture. Compress. Replay. Prove.</a:t>
            </a:r>
          </a:p>
        </p:txBody>
      </p:sp>
    </p:spTree>
    <p:extLst>
      <p:ext uri="{BB962C8B-B14F-4D97-AF65-F5344CB8AC3E}">
        <p14:creationId xmlns:p14="http://schemas.microsoft.com/office/powerpoint/2010/main" val="7605012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2026-05-16T14:20:33.3800000Z</dcterms:created>
  <dcterms:modified xsi:type="dcterms:W3CDTF">2026-05-16T14:20:33.3800000Z</dcterms:modified>
</coreProperties>
</file>